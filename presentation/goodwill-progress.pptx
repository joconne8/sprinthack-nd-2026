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operational problem, not a feature list. This is a simulated portal and fictional data, not a live Upright integration.</a:t>
            </a:r>
          </a:p>
          <a:p/>
          <a:p>
            <a:r>
              <a:t>From report chasing</a:t>
            </a:r>
          </a:p>
          <a:p>
            <a:r>
              <a:t>to numbers you can trust.</a:t>
            </a:r>
          </a:p>
          <a:p>
            <a:r>
              <a:t>A working synthetic prototype connects collection, verification and leadership visibility.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Interview estimates describe the pain. We have not measured hours saved or promised production performance.</a:t>
            </a:r>
          </a:p>
          <a:p/>
          <a:p>
            <a:r>
              <a:t>Visibility starts</a:t>
            </a:r>
          </a:p>
          <a:p>
            <a:r>
              <a:t>with getting the data.</a:t>
            </a:r>
          </a:p>
          <a:p>
            <a:r>
              <a:t>Amanda retrieves and consolidates recurring reports. Debie needs dependable numbers for decisions. Manual handoffs sit between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replica is reused from the team contribution. Our shared Python/SQLite pipeline and dashboard connect its exact output to evidence.</a:t>
            </a:r>
          </a:p>
          <a:p/>
          <a:p>
            <a:r>
              <a:t>One connected workflow.</a:t>
            </a:r>
          </a:p>
          <a:p>
            <a:r>
              <a:t>Three clear layers.</a:t>
            </a:r>
          </a:p>
          <a:p>
            <a:r>
              <a:t>Acquire a report. Verify the exact file. Make the published result accessible.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project is a synthetic P0 prototype. Human release acceptance and external submission are recorded separately from test results.</a:t>
            </a:r>
          </a:p>
          <a:p/>
          <a:p>
            <a:r>
              <a:t>Built, connected</a:t>
            </a:r>
          </a:p>
          <a:p>
            <a:r>
              <a:t>and exercised.</a:t>
            </a:r>
          </a:p>
          <a:p>
            <a:r>
              <a:t>The frozen P0 path is implemented. The presentation stays explicit about what is working and what remains a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the real API-backed dashboard. Strategic metrics with missing inputs remain unavailable. This example is fictional, not a business result.</a:t>
            </a:r>
          </a:p>
          <a:p/>
          <a:p>
            <a:r>
              <a:t>A number with</a:t>
            </a:r>
          </a:p>
          <a:p>
            <a:r>
              <a:t>its scope and evidence.</a:t>
            </a:r>
          </a:p>
          <a:p>
            <a:r>
              <a:t>September 30 · 128 acquired rows · $7,127.78 demo net sales.</a:t>
            </a:r>
          </a:p>
          <a:p>
            <a:r>
              <a:t>Item sales minus refunds; shipping, tax and fees excluded.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displayed result and evidence share the selected run and date/source scope. The UI does not recalculate revenue or substitute mock values.</a:t>
            </a:r>
          </a:p>
          <a:p/>
          <a:p>
            <a:r>
              <a:t>Keep the proof</a:t>
            </a:r>
          </a:p>
          <a:p>
            <a:r>
              <a:t>beside the answer.</a:t>
            </a:r>
          </a:p>
          <a:p>
            <a:r>
              <a:t>Displayed metric run → supporting row → original source fields → exact CSV checksum and import batch.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independent expected amounts, not values copied from the metric API. Existing backend mutation tests and new browser assertions exercise the control rules.</a:t>
            </a:r>
          </a:p>
          <a:p/>
          <a:p>
            <a:r>
              <a:t>Test the behavior,</a:t>
            </a:r>
          </a:p>
          <a:p>
            <a:r>
              <a:t>not just the happy path.</a:t>
            </a:r>
          </a:p>
          <a:p>
            <a:r>
              <a:t>Browser acceptance uses Jack mc’s handwritten ledger and a separate raw-CSV reader for acquired files.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Play the MP4. It includes September 30, October 1–2, replay no-op and expired-session recovery ownership. If time is short, show collection and source evidence live.</a:t>
            </a:r>
          </a:p>
          <a:p/>
          <a:p>
            <a:r>
              <a:t>Change dates. Replay.</a:t>
            </a:r>
          </a:p>
          <a:p>
            <a:r>
              <a:t>Fail safely.</a:t>
            </a:r>
          </a:p>
          <a:p>
            <a:r>
              <a:t>The recorded demo shows the actual local application.</a:t>
            </a:r>
          </a:p>
          <a:p>
            <a:r>
              <a:t>Synthetic records · simulated portal · offline synthetic narration.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roadmap is conditional on partner approvals. Preserve the current pipeline controls while validating live exports and source meaning.</a:t>
            </a:r>
          </a:p>
          <a:p/>
          <a:p>
            <a:r>
              <a:t>Reuse the tools.</a:t>
            </a:r>
          </a:p>
          <a:p>
            <a:r>
              <a:t>Validate the live workflow.</a:t>
            </a:r>
          </a:p>
          <a:p>
            <a:r>
              <a:t>The next step is a supervised, approved source pilot—not nine integrations at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what was demonstrated. Share the repo, HTML/PDF/PowerPoint slides and MP4. Final human acceptance and the organizer upload remain explicit.</a:t>
            </a:r>
          </a:p>
          <a:p/>
          <a:p>
            <a:r>
              <a:t>Collect the report.</a:t>
            </a:r>
          </a:p>
          <a:p>
            <a:r>
              <a:t>Keep the proof.</a:t>
            </a:r>
          </a:p>
          <a:p>
            <a:r>
              <a:t>Understand the number.</a:t>
            </a:r>
          </a:p>
          <a:p>
            <a:r>
              <a:t>The working prototype joins the upstream reporting task to trustworthy visibility.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Goodwill Michiana — Reporting You Can Trace</dc:title>
  <dc:subject>Synthetic P0 prototype progress and live-pilot roadmap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